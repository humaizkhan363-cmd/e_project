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0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 SERVICE MARKETING SYSTEM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1280160" cy="64008"/>
          </a:xfrm>
          <a:prstGeom prst="rect">
            <a:avLst/>
          </a:prstGeom>
          <a:solidFill>
            <a:srgbClr val="00B3A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5603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8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Telephone and internet services: orders, connections, stock, billing and payments in one web application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 8 MVC  |  Entity Framework Core  |  SQL Server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9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830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solution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 provides Dial-Up, Broadband and Landline connections through its office and retail shops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Customers, orders, stock, bills and payments were kept on paper, which caused slip-ups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one online system with a SQL Server database and a separate login for each role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and the public can track orders and connections online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5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830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roles, five logins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C9D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801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37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Employees, shops, plans, vendors, stock, reports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C9D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801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737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Customers, place orders, collect payments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C9D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2801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737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Feasibility, connections, equipment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C9D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017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474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bills, record payments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292608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C9D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3017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474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track, bills, documents, feedback</a:t>
            </a:r>
            <a:endParaRPr lang="en-US" sz="1300" dirty="0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300"/>
                            </p:stCondLst>
                            <p:childTnLst>
                              <p:par>
                                <p:cTn id="2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950"/>
                            </p:stCondLst>
                            <p:childTnLst>
                              <p:par>
                                <p:cTn id="4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600"/>
                            </p:stCondLst>
                            <p:childTnLst>
                              <p:par>
                                <p:cTn id="5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830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an order becomes a bill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502920" cy="502920"/>
          </a:xfrm>
          <a:prstGeom prst="ellipse">
            <a:avLst/>
          </a:prstGeom>
          <a:solidFill>
            <a:srgbClr val="00B3A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05156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placed (D / B / T + 10 digits)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1801368"/>
            <a:ext cx="502920" cy="502920"/>
          </a:xfrm>
          <a:prstGeom prst="ellipse">
            <a:avLst/>
          </a:prstGeom>
          <a:solidFill>
            <a:srgbClr val="00B3A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0136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check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551176"/>
            <a:ext cx="502920" cy="502920"/>
          </a:xfrm>
          <a:prstGeom prst="ellipse">
            <a:avLst/>
          </a:prstGeom>
          <a:solidFill>
            <a:srgbClr val="00B3A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51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51176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created (16-digit account ID)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300984"/>
            <a:ext cx="502920" cy="502920"/>
          </a:xfrm>
          <a:prstGeom prst="ellipse">
            <a:avLst/>
          </a:prstGeom>
          <a:solidFill>
            <a:srgbClr val="00B3A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300984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Bill: plan + deposit - discount + 12.24% tax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050792"/>
            <a:ext cx="502920" cy="502920"/>
          </a:xfrm>
          <a:prstGeom prst="ellipse">
            <a:avLst/>
          </a:prstGeom>
          <a:solidFill>
            <a:srgbClr val="00B3A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050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050792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at shop or office</a:t>
            </a:r>
            <a:endParaRPr lang="en-US" sz="18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300"/>
                            </p:stCondLst>
                            <p:childTnLst>
                              <p:par>
                                <p:cTn id="3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950"/>
                            </p:stCondLst>
                            <p:childTnLst>
                              <p:par>
                                <p:cTn id="5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600"/>
                            </p:stCondLst>
                            <p:childTnLst>
                              <p:par>
                                <p:cTn id="6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250"/>
                            </p:stCondLst>
                            <p:childTnLst>
                              <p:par>
                                <p:cTn id="78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9" dur="4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830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 19 tables</a:t>
            </a:r>
            <a:endParaRPr lang="en-US" sz="2600" dirty="0"/>
          </a:p>
        </p:txBody>
      </p:sp>
      <p:pic>
        <p:nvPicPr>
          <p:cNvPr id="4" name="Image 0" descr="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8229600" cy="376732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830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business rules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deposit: Dial-Up 325 $, Broadband 500 $, Landline 250 $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discount: 10-14 = 25%, 15-24 = 50%, 25-49 = 75%, 50+ = 100%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Dial-Up feasibility: landline + internet, or internet only with a Nexus landline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staff can make a connection temporarily or permanently inactive and change its plan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search by ID, name, type, date range and contact number</a:t>
            </a:r>
            <a:endParaRPr lang="en-US" sz="16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5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6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830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and result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Bootstrap 5 theme with animations, hover effects and scroll reveal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requirements of the problem statement implemented and tested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Login: admin / Admin@123 (change after first login)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source code, database scripts, report, status reports, feedback form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5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600"/>
                            </p:stCondLst>
                            <p:childTnLst>
                              <p:par>
                                <p:cTn id="2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250"/>
                            </p:stCondLst>
                            <p:childTnLst>
                              <p:par>
                                <p:cTn id="2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4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2026-10-01T08:11:04Z</dcterms:created>
  <dcterms:modified xsi:type="dcterms:W3CDTF">2026-10-01T08:11:04Z</dcterms:modified>
</cp:coreProperties>
</file>